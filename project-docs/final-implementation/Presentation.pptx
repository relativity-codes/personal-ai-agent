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d91f86b5d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d91f86b5d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d91f86b5de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d91f86b5de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d91f86b5de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d91f86b5de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d91f86b5de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d91f86b5de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d91f86b5de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d91f86b5de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d91f86b5de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d91f86b5de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d91f86b5de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d91f86b5de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d91f86b5de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d91f86b5de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d91f86b5de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d91f86b5de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d91f86b5de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d91f86b5de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d91f86b5de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d91f86b5de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d91f86b5de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d91f86b5de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d91f86b5de_0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d91f86b5de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d91f86b5de_0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d91f86b5de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d91f86b5de_0_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d91f86b5de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d91f86b5de_0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d91f86b5de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d91f86b5de_0_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3d91f86b5de_0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d91f86b5de_0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3d91f86b5de_0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d91f86b5de_0_1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3d91f86b5de_0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d91f86b5de_0_1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3d91f86b5de_0_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d91f86b5de_0_1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d91f86b5de_0_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d91f86b5de_0_1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3d91f86b5de_0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d91f86b5de_0_1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3d91f86b5de_0_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d91f86b5de_0_1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3d91f86b5de_0_1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d91f86b5de_0_1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3d91f86b5de_0_1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d91f86b5de_0_1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" name="Google Shape;227;g3d91f86b5de_0_1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d91f86b5de_0_1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3d91f86b5de_0_1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8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5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5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3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2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1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4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0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6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56" name="Google Shape;5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2463" y="366713"/>
            <a:ext cx="7839075" cy="4410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3" name="Google Shape;63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2463" y="366713"/>
            <a:ext cx="7839075" cy="4410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0" name="Google Shape;70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2463" y="380525"/>
            <a:ext cx="7839075" cy="4410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7" name="Google Shape;77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2463" y="380525"/>
            <a:ext cx="7839075" cy="4410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4" name="Google Shape;8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2463" y="366713"/>
            <a:ext cx="7839075" cy="4410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1" name="Google Shape;91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2463" y="366713"/>
            <a:ext cx="7839075" cy="4410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8" name="Google Shape;9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2463" y="366713"/>
            <a:ext cx="7839075" cy="4410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05" name="Google Shape;105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2463" y="366713"/>
            <a:ext cx="7839075" cy="4410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12" name="Google Shape;112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2463" y="366713"/>
            <a:ext cx="7839075" cy="4410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19" name="Google Shape;119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2463" y="366713"/>
            <a:ext cx="7839075" cy="4410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26" name="Google Shape;126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2463" y="366713"/>
            <a:ext cx="7839075" cy="4410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33" name="Google Shape;133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2463" y="366713"/>
            <a:ext cx="7839075" cy="4410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40" name="Google Shape;140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2463" y="366713"/>
            <a:ext cx="7839075" cy="4410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47" name="Google Shape;147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2463" y="366713"/>
            <a:ext cx="7839075" cy="4410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54" name="Google Shape;154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2463" y="366713"/>
            <a:ext cx="7839075" cy="4410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61" name="Google Shape;161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2463" y="366713"/>
            <a:ext cx="7839075" cy="4410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68" name="Google Shape;168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2463" y="366713"/>
            <a:ext cx="7839075" cy="4410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3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75" name="Google Shape;175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2463" y="366713"/>
            <a:ext cx="7839075" cy="4410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3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82" name="Google Shape;182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2463" y="366713"/>
            <a:ext cx="7839075" cy="4410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3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89" name="Google Shape;189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2463" y="366713"/>
            <a:ext cx="7839075" cy="4410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3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96" name="Google Shape;196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2463" y="366713"/>
            <a:ext cx="7839075" cy="4410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3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03" name="Google Shape;203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2463" y="366713"/>
            <a:ext cx="7839075" cy="4410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3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10" name="Google Shape;210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2463" y="366713"/>
            <a:ext cx="7839075" cy="4410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3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17" name="Google Shape;217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2463" y="366713"/>
            <a:ext cx="7839075" cy="4410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3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24" name="Google Shape;224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2463" y="366713"/>
            <a:ext cx="7839075" cy="4410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3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31" name="Google Shape;231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2463" y="366713"/>
            <a:ext cx="7839075" cy="4410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3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38" name="Google Shape;238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2463" y="366713"/>
            <a:ext cx="7839075" cy="4410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